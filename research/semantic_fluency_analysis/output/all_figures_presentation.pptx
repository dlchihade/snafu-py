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7"/>
    <p:restoredTop sz="94626"/>
  </p:normalViewPr>
  <p:slideViewPr>
    <p:cSldViewPr snapToGrid="0" snapToObjects="1">
      <p:cViewPr>
        <p:scale>
          <a:sx n="247" d="100"/>
          <a:sy n="247" d="100"/>
        </p:scale>
        <p:origin x="-1824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Semantic Fluency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0_alpha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2617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0a: Alpha Power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0b_coherence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222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0b: Coherence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1_exploration_explo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8" y="457200"/>
            <a:ext cx="8040143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1: Exploration vs Exploitation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2_phase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9" y="457200"/>
            <a:ext cx="813014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2: Phase Coherence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3_meg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06" y="457200"/>
            <a:ext cx="7849787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3: MEG Correlations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4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3057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Figure 4: Comprehensive Scatter Plots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behavio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57" y="457200"/>
            <a:ext cx="8492284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Behavior Performance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ee_vs_mo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37" y="457200"/>
            <a:ext cx="7164524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E-E Index vs MoCA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compil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457200"/>
            <a:ext cx="534924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Compiled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participant_valu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15" y="457200"/>
            <a:ext cx="4846968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Participant Demographics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violin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4" y="457200"/>
            <a:ext cx="5660571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LC Residuals Violin Plot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icipant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2209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Participant Demographics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2" y="457200"/>
            <a:ext cx="7202615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Age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pha_power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6862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Alpha Power Violin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c_v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8125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LC vs Alpha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vf_vs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8232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SVF vs 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vf_ee_box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4592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Intermediate: SVF EE Box-Swarm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pha_vs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08" y="457200"/>
            <a:ext cx="7069182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Alpha vs LC Residuals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mantic_fl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42" y="457200"/>
            <a:ext cx="7701915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Semantic Fluency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iled_distribution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30314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Compiled Distribution Figures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loit_explo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34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Exploit Explore Bar Chart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bined_mediation_exploi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73" y="457200"/>
            <a:ext cx="4828253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Combined Mediation Exploit Panels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st_gri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59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Test Grid Panels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svf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6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SVF (Age-adjusted)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xploit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EE Metric (Age-adjusted)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xploit_coherence_metric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EE Coherence Metric (Age-adjusted)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svf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66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SVF (Disease Stage)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e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804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EE (Disease Stage)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age_vs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594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 b="1"/>
            </a:pPr>
            <a:r>
              <a:t>Mediation: Age vs Disease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141</Words>
  <Application>Microsoft Macintosh PowerPoint</Application>
  <PresentationFormat>On-screen Show (4:3)</PresentationFormat>
  <Paragraphs>30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Semantic Fluency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Dietta Chihade</cp:lastModifiedBy>
  <cp:revision>2</cp:revision>
  <dcterms:created xsi:type="dcterms:W3CDTF">2013-01-27T09:14:16Z</dcterms:created>
  <dcterms:modified xsi:type="dcterms:W3CDTF">2025-11-21T01:47:15Z</dcterms:modified>
  <cp:category/>
</cp:coreProperties>
</file>